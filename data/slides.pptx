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future of renewable energy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Prism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Renewable Energy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Renewables now provide ~30% of global electricity</a:t>
            </a:r>
          </a:p>
          <a:p>
            <a:pPr>
              <a:defRPr sz="2000"/>
            </a:pPr>
            <a:r>
              <a:t>Annual growth &gt;10% driven by cost declines</a:t>
            </a:r>
          </a:p>
          <a:p>
            <a:pPr>
              <a:defRPr sz="2000"/>
            </a:pPr>
            <a:r>
              <a:t>Critical for climate mitigation and energy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Technological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Perovskite and tandem solar cells exceeding 30% efficiency</a:t>
            </a:r>
          </a:p>
          <a:p>
            <a:pPr>
              <a:defRPr sz="2000"/>
            </a:pPr>
            <a:r>
              <a:t>Floating offshore wind expanding to deep‑water sites</a:t>
            </a:r>
          </a:p>
          <a:p>
            <a:pPr>
              <a:defRPr sz="2000"/>
            </a:pPr>
            <a:r>
              <a:t>Solid‑state and flow batteries boosting storage density</a:t>
            </a:r>
          </a:p>
          <a:p>
            <a:pPr>
              <a:defRPr sz="2000"/>
            </a:pPr>
            <a:r>
              <a:t>Green hydrogen production scaling via electrolysis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Grid Integration and Smart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AI‑based forecasting and demand response optimizing dispatch</a:t>
            </a:r>
          </a:p>
          <a:p>
            <a:pPr>
              <a:defRPr sz="2000"/>
            </a:pPr>
            <a:r>
              <a:t>Microgrids and virtual power plants enhancing resilience</a:t>
            </a:r>
          </a:p>
          <a:p>
            <a:pPr>
              <a:defRPr sz="2000"/>
            </a:pPr>
            <a:r>
              <a:t>Vehicle‑to‑grid (V2G) leveraging EV batteries</a:t>
            </a:r>
          </a:p>
          <a:p>
            <a:pPr>
              <a:defRPr sz="2000"/>
            </a:pPr>
            <a:r>
              <a:t>Digital twins for real‑time grid modeling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and Market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Carbon pricing mechanisms incentivizing low‑carbon generation</a:t>
            </a:r>
          </a:p>
          <a:p>
            <a:pPr>
              <a:defRPr sz="2000"/>
            </a:pPr>
            <a:r>
              <a:t>Long‑term renewable purchase agreements (PPAs) attracting investment</a:t>
            </a:r>
          </a:p>
          <a:p>
            <a:pPr>
              <a:defRPr sz="2000"/>
            </a:pPr>
            <a:r>
              <a:t>Corporate net‑zero commitments driving procurement</a:t>
            </a:r>
          </a:p>
          <a:p>
            <a:pPr>
              <a:defRPr sz="2000"/>
            </a:pPr>
            <a:r>
              <a:t>International climate accords setting ambitious targets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Intermittency mitigated by diversified storage portfolios</a:t>
            </a:r>
          </a:p>
          <a:p>
            <a:pPr>
              <a:defRPr sz="2000"/>
            </a:pPr>
            <a:r>
              <a:t>Critical material supply chains secured through recycling and alternatives</a:t>
            </a:r>
          </a:p>
          <a:p>
            <a:pPr>
              <a:defRPr sz="2000"/>
            </a:pPr>
            <a:r>
              <a:t>Financing gaps addressed via green bonds and blended finance</a:t>
            </a:r>
          </a:p>
          <a:p>
            <a:pPr>
              <a:defRPr sz="2000"/>
            </a:pPr>
            <a:r>
              <a:t>Workforce upskilling programs supporting rapid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for 2050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Achieve &gt;80% renewable electricity globally, approaching 100% in many regions</a:t>
            </a:r>
          </a:p>
          <a:p>
            <a:pPr>
              <a:defRPr sz="2000"/>
            </a:pPr>
            <a:r>
              <a:t>Full sector coupling: power, transport, industry integrated via clean energy</a:t>
            </a:r>
          </a:p>
          <a:p>
            <a:pPr>
              <a:defRPr sz="2000"/>
            </a:pPr>
            <a:r>
              <a:t>Net‑zero emissions contributing to limiting warming to 1.5°C</a:t>
            </a:r>
          </a:p>
          <a:p>
            <a:pPr>
              <a:defRPr sz="2000"/>
            </a:pPr>
            <a:r>
              <a:t>Economic growth driven by green jobs and resilient energy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